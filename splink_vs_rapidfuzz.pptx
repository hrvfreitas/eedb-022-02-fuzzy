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65760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DADOS · RESOLUÇÃO DE ENTIDADES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Splink vs RapidFuzz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engines de correção fuzzy de nomes, testadas lado a lado nos mesmos dados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Reclamações BACEN + Bancos + Glassdoor  ·  Resolução de CNPJ por nome de instituição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nome bate igual entre as bases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CNPJ na origem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bancos aparecem só pelo nome nas Reclamações, ex.: “BRADESCO (conglomerado)”.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divergente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Sigla, pontuação, acento ou sufixo societário diferentes do nome oficial em Bancos.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palavras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“UNIBANCO ITAU” vs “ITAU UNIBANCO” — mesma instituição, ordem trocada.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entre Reclamações, Bancos e Empregados (Glassdoor) só funciona de forma confiável por CNPJ — quando o nome não bate exato, alguém precisa “corrigir” o nome antes de casar.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nomes divergentes — Splink vs RapidFuzz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ABORDAGENS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engine realmente 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212080" cy="822960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521208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RapidFuzz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string similarity (C++, bindings Python)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5478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token_sort_ratio (Levenshtein sobre tokens reordenados) — score 0 a 100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233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manual (score_cutoff = 88 no arquivo enviado)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919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 de strings por vez — sem combinar múltiplos campos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5605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rapidfuzz — uma função, sem dependências extras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783080"/>
            <a:ext cx="5212080" cy="822960"/>
          </a:xfrm>
          <a:prstGeom prst="roundRect">
            <a:avLst>
              <a:gd name="adj" fmla="val 11111"/>
            </a:avLst>
          </a:prstGeom>
          <a:solidFill>
            <a:srgbClr val="3B4C9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194560"/>
            <a:ext cx="5212080" cy="41148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783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Splink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record linkage probabilístico (DuckDB)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35478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Jaro-Winkler em 3 faixas de similaridade (0,95 / 0,88 / 0,75)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4233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calibrada (m/u) — threshold = 0,5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4919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múltiplos campos num único score (Fellegi-Sunter)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5605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comparadores, blocking rules, backend DuckDB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nomes divergentes — Splink vs RapidFuzz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rodadas de teste, mesmos dados para as duas engines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EFF3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do projeto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nomes de “Conglomerado” pendentes após match exato + tabela de aliases, contra a mesma base de Bancos tratada.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3774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E9FB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6948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sintético controlado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35661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variações propositais sobre 2 bancos reais (Itaú Unibanco e Santander Brasil): ordem trocada, espaço faltando, typo e sigla.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3383280"/>
            <a:ext cx="457200" cy="36576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rodadas usam exatamente a mesma base de candidatos (Bancos tratada) e os mesmos parâmetros originais de cada script — nenhuma engine foi ajustada a favor da outra.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nomes divergentes — Splink vs RapidFuzz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 — DADOS REAIS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engines concordaram em 100% dos casos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43/43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pendentes testados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mesmo resultado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4526280"/>
            <a:ext cx="3108960" cy="0"/>
          </a:xfrm>
          <a:prstGeom prst="line">
            <a:avLst/>
          </a:prstGeom>
          <a:noFill/>
          <a:ln w="12700">
            <a:solidFill>
              <a:srgbClr val="3B4C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5257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ambas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4663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A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5257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duas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694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é revelador ainda
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8 casos resolvidos são “idênticos após normalização” — ex.: </a:t>
            </a:r>
            <a:endParaRPr lang="en-US" sz="16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“BANCO CREFISA S.A. CFI” → “CREFISA”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bate exato com “CREFISA” da base de Reclamações. Não existe divergência real de escrita para testar — por isso a Rodada 2.
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35 sem match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fintechs/instituições de pagamento (Nubank, Stone, C6 Bank, Sicoob...) que genuinamente não existem na base de enquadramento de Bancos — nenhuma engine resolve isso, porque não há nome para casar.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nomes divergentes — Splink vs RapidFuzz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 — TESTE SINTÉTICO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aqui que as engines realmente divergem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560320"/>
                <a:gridCol w="25603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RapidFuzz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de palavras trocada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“UNIBANCO ITAU”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  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faltando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“ITAUUNIBANCO”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  ~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 de uma letra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“ITAU UNIBANK”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Sigla / nome parcial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“ITAU”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  ~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  ~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acertou todos   ~ acertou parcialmente (ambiguidade real entre entidades do mesmo grupo)   ✗ não encontrou nenhum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CNPJs de referência: Itaú Unibanco Holding (60872504) e Banco Santander Brasil (90400888) — conferidos direto em EnquadramentoInicia_v2.tsv.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nomes divergentes — Splink vs RapidFuzz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DIFERENÇA?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métrica “enxerga” o nome de um jeito diferente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3B4C9E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4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Splink — Jaro-Winkler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caractere a caractere, dando peso extra a prefixos coincidentes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29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"UNIBANCO ITAU"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 "ITAU UNIBANCO"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diferente (“U” vs “I”) → score abaixo do limiar 0,5 → SEM MATCH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RapidFuzz — token_sort_ratio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 os tokens (palavras) de cada string antes de comparar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329184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429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"UNIBANCO ITAU"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 "ITAU UNIBANCO"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343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reordenar, as strings ficam idênticas → score 100 → MATCH CORRETO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nomes divergentes — Splink vs RapidFuzz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das duas vence sozinha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ganha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86200" y="18745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nomes com ordem de palavras trocada — cenário que não apareceu nos 43 casos reais testados, mas pode aparecer no futuro.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201168" cy="201168"/>
          </a:xfrm>
          <a:prstGeom prst="ellipse">
            <a:avLst/>
          </a:prstGeom>
          <a:solidFill>
            <a:srgbClr val="3B4C9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Splink ganha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29260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nomes colados sem espaço — e devolve uma probabilidade calibrada (m/u), não um score arbitrário.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201168" cy="201168"/>
          </a:xfrm>
          <a:prstGeom prst="ellipse">
            <a:avLst/>
          </a:prstGeom>
          <a:solidFill>
            <a:srgbClr val="9AA6D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39776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typos simples de uma letra — as duas engines resolveram os dois casos testados.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resolve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86200" y="50292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ambiguidade real entre entidades do mesmo grupo econômico (ex.: “ITAU” → duas empresas, dois CNPJs) — isso é regra de negócio, não algoritmo.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manter o Splink como camada principal (score interpretável, caminho de evolução para matching multi-atributo) — mas considerar RapidFuzz como 4ª camada, específica para casos de ordem de palavras trocada.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no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src/entity_resolution.py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Splink — normalização de nomes + resolver_por_splink()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src/aliases.py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88036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aliases curada manualmente (camada 2)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fuzzy_match.py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RapidFuzz avaliado neste comparativo — resolver_pendentes_por_fuzzy()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src/02_trusted.py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61772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as camadas (match exato → aliases → Splink) no pipeline real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8640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comparar.py / comparar_sintetico.py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548640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deste comparativo — dados reais e teste sintético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nomes divergentes — Splink vs RapidFuzz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2026-08-08T14:21:14Z</dcterms:created>
  <dcterms:modified xsi:type="dcterms:W3CDTF">2026-08-08T14:21:14Z</dcterms:modified>
</cp:coreProperties>
</file>